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5"/>
  </p:notesMasterIdLst>
  <p:sldIdLst>
    <p:sldId id="256" r:id="rId2"/>
    <p:sldId id="269" r:id="rId3"/>
    <p:sldId id="274" r:id="rId4"/>
    <p:sldId id="262" r:id="rId5"/>
    <p:sldId id="271" r:id="rId6"/>
    <p:sldId id="273" r:id="rId7"/>
    <p:sldId id="264" r:id="rId8"/>
    <p:sldId id="267" r:id="rId9"/>
    <p:sldId id="265" r:id="rId10"/>
    <p:sldId id="266" r:id="rId11"/>
    <p:sldId id="260" r:id="rId12"/>
    <p:sldId id="268" r:id="rId13"/>
    <p:sldId id="26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DEC45-0581-4FAC-8A16-04237F171533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A940C-8E23-4138-BFCA-1A157BF7DC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16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6BA8-77E9-422D-E4D4-D1260E33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5D3BD7-059E-F11D-F132-166FA00D3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0BC765-FBE4-0BCD-5EEC-7EE517787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84C88C-72CC-DAFE-9898-D72BA46B2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A940C-8E23-4138-BFCA-1A157BF7DC2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145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A940C-8E23-4138-BFCA-1A157BF7DC2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81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253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7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4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8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1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5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8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2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5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6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ONY1333/RPG.gi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874DD2B-CDA2-2C85-387D-BF632BFC1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43804"/>
            <a:ext cx="5223164" cy="3793482"/>
          </a:xfrm>
        </p:spPr>
        <p:txBody>
          <a:bodyPr anchor="ctr">
            <a:normAutofit/>
          </a:bodyPr>
          <a:lstStyle/>
          <a:p>
            <a:pPr algn="l"/>
            <a:br>
              <a:rPr lang="en-US" altLang="zh-TW" dirty="0"/>
            </a:br>
            <a:r>
              <a:rPr lang="zh-TW" altLang="en-US" sz="4800" b="1" dirty="0"/>
              <a:t>期末報告</a:t>
            </a:r>
            <a:br>
              <a:rPr lang="en-US" altLang="zh-TW" sz="4800" b="1" dirty="0"/>
            </a:br>
            <a:r>
              <a:rPr lang="en-US" altLang="zh-TW" sz="4800" b="1" dirty="0"/>
              <a:t>RPG</a:t>
            </a:r>
            <a:r>
              <a:rPr lang="zh-TW" altLang="en-US" sz="4800" b="1" dirty="0"/>
              <a:t>遊戲</a:t>
            </a:r>
            <a:br>
              <a:rPr lang="en-US" altLang="zh-TW" b="1" dirty="0"/>
            </a:br>
            <a:endParaRPr lang="zh-TW" altLang="en-US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10B11F-39D7-A599-6BDC-25FE56457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054256"/>
            <a:ext cx="4102609" cy="1422631"/>
          </a:xfrm>
        </p:spPr>
        <p:txBody>
          <a:bodyPr>
            <a:normAutofit lnSpcReduction="10000"/>
          </a:bodyPr>
          <a:lstStyle/>
          <a:p>
            <a:pPr algn="l"/>
            <a:r>
              <a:rPr lang="zh-TW" altLang="en-US" dirty="0"/>
              <a:t>第一組</a:t>
            </a:r>
            <a:endParaRPr lang="en-US" altLang="zh-TW" dirty="0"/>
          </a:p>
          <a:p>
            <a:pPr algn="l"/>
            <a:r>
              <a:rPr lang="zh-TW" altLang="en-US" dirty="0"/>
              <a:t>資工</a:t>
            </a:r>
            <a:r>
              <a:rPr lang="en-US" altLang="zh-TW" dirty="0"/>
              <a:t>2A</a:t>
            </a:r>
            <a:r>
              <a:rPr lang="zh-TW" altLang="en-US" dirty="0"/>
              <a:t>林湧晉</a:t>
            </a:r>
            <a:endParaRPr lang="en-US" altLang="zh-TW" dirty="0"/>
          </a:p>
          <a:p>
            <a:pPr algn="l"/>
            <a:r>
              <a:rPr lang="zh-TW" altLang="en-US" dirty="0"/>
              <a:t>資工</a:t>
            </a:r>
            <a:r>
              <a:rPr lang="en-US" altLang="zh-TW" dirty="0"/>
              <a:t>2B</a:t>
            </a:r>
            <a:r>
              <a:rPr lang="zh-TW" altLang="en-US" dirty="0"/>
              <a:t>秦萬榮</a:t>
            </a:r>
            <a:endParaRPr lang="en-US" altLang="zh-TW" dirty="0"/>
          </a:p>
          <a:p>
            <a:pPr algn="l"/>
            <a:endParaRPr lang="en-US" altLang="zh-TW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5EA6E2B-62F7-F79C-FA6D-EA67D09C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67"/>
          <a:stretch>
            <a:fillRect/>
          </a:stretch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1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A4068-9854-E525-025C-EB0B96D1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1D992C21-083B-2BF1-EF75-F0EE8D723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4C64E344-C000-7480-B431-8F69ECC279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80D2FF5B-E5A2-EB3A-65A0-1DE507FE6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7127" y="1422399"/>
            <a:ext cx="5908098" cy="5869709"/>
          </a:xfrm>
        </p:spPr>
        <p:txBody>
          <a:bodyPr>
            <a:normAutofit/>
          </a:bodyPr>
          <a:lstStyle/>
          <a:p>
            <a:pPr algn="l"/>
            <a:r>
              <a:rPr lang="en-US" altLang="zh-TW" sz="1600" dirty="0"/>
              <a:t>4.</a:t>
            </a:r>
            <a:r>
              <a:rPr lang="zh-TW" altLang="en-US" sz="1600" dirty="0"/>
              <a:t>互動</a:t>
            </a:r>
            <a:r>
              <a:rPr lang="en-US" altLang="zh-TW" sz="1600" dirty="0"/>
              <a:t>:(</a:t>
            </a:r>
            <a:r>
              <a:rPr lang="zh-TW" altLang="en-US" sz="1600" dirty="0"/>
              <a:t>回合制，可重複直到一方死亡</a:t>
            </a:r>
            <a:r>
              <a:rPr lang="en-US" altLang="zh-TW" sz="1600" dirty="0"/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玩家行動後，</a:t>
            </a:r>
            <a:r>
              <a:rPr lang="en-US" altLang="zh-TW" sz="1400" dirty="0"/>
              <a:t>BOSS </a:t>
            </a:r>
            <a:r>
              <a:rPr lang="zh-TW" altLang="en-US" sz="1400" dirty="0"/>
              <a:t>隨機選擇行動（輕攻、重攻、防禦）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每回合結束後雙方自動回復 </a:t>
            </a:r>
            <a:r>
              <a:rPr lang="en-US" altLang="zh-TW" sz="1400" dirty="0"/>
              <a:t>MP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TW" sz="1600" dirty="0"/>
          </a:p>
          <a:p>
            <a:pPr algn="l"/>
            <a:r>
              <a:rPr lang="en-US" altLang="zh-TW" sz="1600" dirty="0"/>
              <a:t>5.</a:t>
            </a:r>
            <a:r>
              <a:rPr lang="zh-TW" altLang="en-US" sz="1600" dirty="0"/>
              <a:t>戰鬥機制</a:t>
            </a:r>
            <a:r>
              <a:rPr lang="en-US" altLang="zh-TW" sz="16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爆擊：依職業爆擊率，傷害翻倍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閃避：依職業閃避率，完全躲開攻擊防禦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防禦：減少受到的傷害（依職業防禦值）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TW" sz="1400" dirty="0"/>
              <a:t>MP </a:t>
            </a:r>
            <a:r>
              <a:rPr lang="zh-TW" altLang="en-US" sz="1400" dirty="0"/>
              <a:t>不足時無法使用技能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TW" sz="1600" dirty="0"/>
          </a:p>
          <a:p>
            <a:pPr algn="l"/>
            <a:r>
              <a:rPr lang="en-US" altLang="zh-TW" sz="1600" dirty="0"/>
              <a:t>6.</a:t>
            </a:r>
            <a:r>
              <a:rPr lang="zh-TW" altLang="en-US" sz="1600" dirty="0"/>
              <a:t>遊戲結束</a:t>
            </a:r>
            <a:r>
              <a:rPr lang="en-US" altLang="zh-TW" sz="16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任一方</a:t>
            </a:r>
            <a:r>
              <a:rPr lang="en-US" altLang="zh-TW" sz="1400" dirty="0"/>
              <a:t>HP</a:t>
            </a:r>
            <a:r>
              <a:rPr lang="zh-TW" altLang="en-US" sz="1400" dirty="0"/>
              <a:t>歸零，或玩家選擇退出。</a:t>
            </a:r>
            <a:endParaRPr lang="en-US" altLang="zh-TW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sz="1400" dirty="0"/>
          </a:p>
          <a:p>
            <a:pPr algn="l"/>
            <a:endParaRPr lang="en-US" altLang="zh-TW" sz="1600" dirty="0"/>
          </a:p>
          <a:p>
            <a:pPr algn="l"/>
            <a:endParaRPr lang="en-US" altLang="zh-TW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l"/>
            <a:endParaRPr lang="en-US" altLang="zh-TW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F8E9EBBE-4B52-5AF3-D368-19D51A881867}"/>
              </a:ext>
            </a:extLst>
          </p:cNvPr>
          <p:cNvSpPr txBox="1">
            <a:spLocks/>
          </p:cNvSpPr>
          <p:nvPr/>
        </p:nvSpPr>
        <p:spPr>
          <a:xfrm>
            <a:off x="866775" y="914400"/>
            <a:ext cx="5014351" cy="586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6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b="1" dirty="0"/>
              <a:t>遊戲進行流程</a:t>
            </a:r>
            <a:r>
              <a:rPr lang="en-US" altLang="zh-TW" b="1" dirty="0"/>
              <a:t>:</a:t>
            </a:r>
          </a:p>
          <a:p>
            <a:pPr algn="l"/>
            <a:r>
              <a:rPr lang="en-US" altLang="zh-TW" sz="1600" dirty="0"/>
              <a:t>1.</a:t>
            </a:r>
            <a:r>
              <a:rPr lang="zh-TW" altLang="en-US" sz="1600" dirty="0"/>
              <a:t>選擇角色</a:t>
            </a:r>
            <a:r>
              <a:rPr lang="en-US" altLang="zh-TW" sz="1600" dirty="0"/>
              <a:t>:</a:t>
            </a:r>
            <a:r>
              <a:rPr lang="zh-TW" altLang="en-US" sz="1600" dirty="0"/>
              <a:t>鬥士、法師、刺客</a:t>
            </a:r>
            <a:endParaRPr lang="en-US" altLang="zh-TW" sz="1600" dirty="0"/>
          </a:p>
          <a:p>
            <a:pPr algn="l"/>
            <a:endParaRPr lang="en-US" altLang="zh-TW" sz="1600" dirty="0"/>
          </a:p>
          <a:p>
            <a:pPr algn="l"/>
            <a:r>
              <a:rPr lang="en-US" altLang="zh-TW" sz="1600" dirty="0"/>
              <a:t>2.</a:t>
            </a:r>
            <a:r>
              <a:rPr lang="zh-TW" altLang="en-US" sz="1600" dirty="0"/>
              <a:t>對手</a:t>
            </a:r>
            <a:r>
              <a:rPr lang="en-US" altLang="zh-TW" sz="1600" dirty="0"/>
              <a:t>:</a:t>
            </a:r>
            <a:r>
              <a:rPr lang="zh-TW" altLang="en-US" sz="1600" dirty="0"/>
              <a:t>魔王受試者</a:t>
            </a:r>
            <a:endParaRPr lang="en-US" altLang="zh-TW" sz="1600" dirty="0"/>
          </a:p>
          <a:p>
            <a:pPr algn="l"/>
            <a:endParaRPr lang="en-US" altLang="zh-TW" sz="1600" dirty="0"/>
          </a:p>
          <a:p>
            <a:pPr algn="l"/>
            <a:r>
              <a:rPr lang="en-US" altLang="zh-TW" sz="1600" dirty="0"/>
              <a:t>3.</a:t>
            </a:r>
            <a:r>
              <a:rPr lang="zh-TW" altLang="en-US" sz="1600" dirty="0"/>
              <a:t>主選單操作</a:t>
            </a:r>
            <a:r>
              <a:rPr lang="en-US" altLang="zh-TW" sz="1600" dirty="0"/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600" dirty="0"/>
              <a:t>每回合開始顯示雙方狀態</a:t>
            </a:r>
            <a:endParaRPr lang="en-US" altLang="zh-TW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600" dirty="0"/>
              <a:t>可選擇指令：</a:t>
            </a:r>
            <a:endParaRPr lang="en-US" altLang="zh-TW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輕攻擊（消耗 </a:t>
            </a:r>
            <a:r>
              <a:rPr lang="en-US" altLang="zh-TW" sz="1400" dirty="0"/>
              <a:t>5 MP</a:t>
            </a:r>
            <a:r>
              <a:rPr lang="zh-TW" altLang="en-US" sz="1400" dirty="0"/>
              <a:t>）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重攻擊（消耗 </a:t>
            </a:r>
            <a:r>
              <a:rPr lang="en-US" altLang="zh-TW" sz="1400" dirty="0"/>
              <a:t>15 MP</a:t>
            </a:r>
            <a:r>
              <a:rPr lang="zh-TW" altLang="en-US" sz="1400" dirty="0"/>
              <a:t>）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必殺技（消耗 </a:t>
            </a:r>
            <a:r>
              <a:rPr lang="en-US" altLang="zh-TW" sz="1400" dirty="0"/>
              <a:t>45 MP</a:t>
            </a:r>
            <a:r>
              <a:rPr lang="zh-TW" altLang="en-US" sz="1400" dirty="0"/>
              <a:t>）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防禦</a:t>
            </a:r>
            <a:endParaRPr lang="en-US" altLang="zh-TW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en-US" sz="1400" dirty="0"/>
              <a:t>退出遊戲</a:t>
            </a:r>
            <a:endParaRPr lang="en-US" altLang="zh-TW" sz="1400" dirty="0"/>
          </a:p>
          <a:p>
            <a:pPr lvl="1" algn="l"/>
            <a:endParaRPr lang="en-US" altLang="zh-TW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sz="1600" dirty="0"/>
          </a:p>
          <a:p>
            <a:pPr algn="l"/>
            <a:endParaRPr lang="en-US" altLang="zh-TW" sz="1600" dirty="0"/>
          </a:p>
          <a:p>
            <a:pPr algn="l"/>
            <a:endParaRPr lang="en-US" altLang="zh-TW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l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3426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0BB4F-5903-0A32-ACB3-93C0EAC0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E8150096-A7AF-1EA8-C107-A4ABEA814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6E0A118-6A50-9E24-4452-C847408FC9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sp>
        <p:nvSpPr>
          <p:cNvPr id="6" name="副標題 2">
            <a:extLst>
              <a:ext uri="{FF2B5EF4-FFF2-40B4-BE49-F238E27FC236}">
                <a16:creationId xmlns:a16="http://schemas.microsoft.com/office/drawing/2014/main" id="{54B29643-23F9-F922-C9FC-331110A3B9A8}"/>
              </a:ext>
            </a:extLst>
          </p:cNvPr>
          <p:cNvSpPr txBox="1">
            <a:spLocks/>
          </p:cNvSpPr>
          <p:nvPr/>
        </p:nvSpPr>
        <p:spPr>
          <a:xfrm>
            <a:off x="772695" y="1246909"/>
            <a:ext cx="10560323" cy="53386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6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b="1" dirty="0" err="1"/>
              <a:t>Github</a:t>
            </a:r>
            <a:r>
              <a:rPr lang="zh-TW" altLang="en-US" b="1" dirty="0"/>
              <a:t>連結</a:t>
            </a:r>
            <a:r>
              <a:rPr lang="en-US" altLang="zh-TW" b="1" dirty="0"/>
              <a:t>:</a:t>
            </a:r>
          </a:p>
          <a:p>
            <a:pPr algn="l"/>
            <a:endParaRPr lang="en-US" altLang="zh-TW" b="1" dirty="0"/>
          </a:p>
          <a:p>
            <a:pPr algn="l"/>
            <a:r>
              <a:rPr lang="en-US" altLang="zh-TW" dirty="0">
                <a:hlinkClick r:id="rId4" tooltip="https://github.com/DONY1333/RPG.git"/>
              </a:rPr>
              <a:t>https://github.com/DONY1333/RPG.git</a:t>
            </a:r>
            <a:endParaRPr lang="en-US" altLang="zh-TW" dirty="0"/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r>
              <a:rPr lang="zh-TW" altLang="en-US" b="1" dirty="0"/>
              <a:t>如何安裝執行</a:t>
            </a:r>
            <a:r>
              <a:rPr lang="en-US" altLang="zh-TW" dirty="0"/>
              <a:t>:</a:t>
            </a:r>
          </a:p>
          <a:p>
            <a:pPr algn="l"/>
            <a:endParaRPr lang="en-US" altLang="zh-TW" dirty="0"/>
          </a:p>
          <a:p>
            <a:pPr algn="l"/>
            <a:r>
              <a:rPr lang="zh-TW" altLang="en-US" dirty="0"/>
              <a:t>下載整個</a:t>
            </a:r>
            <a:r>
              <a:rPr lang="en-US" altLang="zh-TW" dirty="0"/>
              <a:t>RPG</a:t>
            </a:r>
            <a:r>
              <a:rPr lang="zh-TW" altLang="en-US" dirty="0"/>
              <a:t>資料夾後開啟</a:t>
            </a:r>
            <a:r>
              <a:rPr lang="en-US" altLang="zh-TW" dirty="0"/>
              <a:t>"RPG\x64\Release\RPG.exe“</a:t>
            </a:r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461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973C-65CA-C164-9343-1BE6BFB0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3069D5AA-314D-7C26-F1E7-68D74CEB8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79589E-3608-4A5D-3569-B70D2BF0F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346" y="1237164"/>
            <a:ext cx="6063672" cy="4711054"/>
          </a:xfrm>
        </p:spPr>
        <p:txBody>
          <a:bodyPr>
            <a:normAutofit/>
          </a:bodyPr>
          <a:lstStyle/>
          <a:p>
            <a:pPr algn="l"/>
            <a:r>
              <a:rPr lang="en-US" altLang="zh-TW" b="1" dirty="0"/>
              <a:t>UML</a:t>
            </a:r>
            <a:r>
              <a:rPr lang="zh-TW" altLang="en-US" b="1" dirty="0"/>
              <a:t>圖</a:t>
            </a:r>
            <a:r>
              <a:rPr lang="en-US" altLang="zh-TW" b="1" dirty="0"/>
              <a:t>:</a:t>
            </a:r>
          </a:p>
        </p:txBody>
      </p:sp>
      <p:pic>
        <p:nvPicPr>
          <p:cNvPr id="4" name="圖片 3" descr="一張含有 文字, 圖表, 平行, 字型 的圖片&#10;&#10;AI 產生的內容可能不正確。">
            <a:extLst>
              <a:ext uri="{FF2B5EF4-FFF2-40B4-BE49-F238E27FC236}">
                <a16:creationId xmlns:a16="http://schemas.microsoft.com/office/drawing/2014/main" id="{A496EA69-E4B3-112E-8461-089423F5B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221" y="0"/>
            <a:ext cx="3721117" cy="685799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C391AE75-323A-6766-0E31-01F2593EAA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5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367EF-6833-5E7B-ADA6-C5EB094D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940438B9-56FD-B016-78A7-D7A932730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E2B895-3861-5D00-9FF1-F3F440537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984" y="830826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zh-TW" altLang="en-US" b="1" dirty="0"/>
              <a:t>程式運行截圖</a:t>
            </a:r>
            <a:r>
              <a:rPr lang="en-US" altLang="zh-TW" b="1" dirty="0"/>
              <a:t>:</a:t>
            </a:r>
          </a:p>
          <a:p>
            <a:pPr algn="l"/>
            <a:endParaRPr lang="en-US" altLang="zh-TW" b="1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17E7BFB-A176-A9E5-191D-224AB65A5C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9CA5E62-EC3B-C134-C51B-EDBCB9D3A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73" y="1352549"/>
            <a:ext cx="4192113" cy="267427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7C6A869-7C12-7B1D-43CB-6D4896906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31" y="4317728"/>
            <a:ext cx="4239055" cy="237544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81CF3E8-9582-C367-3BCF-CD4911B43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515" y="439320"/>
            <a:ext cx="4843885" cy="268511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4BEF75F-0E94-008C-D19C-9346345C5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5514" y="3698244"/>
            <a:ext cx="4843886" cy="272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7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966A1-5A5B-2C77-1A40-A716CD04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3D01EFA-FF2B-7471-9F4A-70C61F17E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7067E4-F692-10B7-FB6D-B83014DBB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984" y="830826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zh-TW" altLang="en-US" b="1" dirty="0"/>
              <a:t>程式運行截圖</a:t>
            </a:r>
            <a:r>
              <a:rPr lang="en-US" altLang="zh-TW" b="1" dirty="0"/>
              <a:t>:</a:t>
            </a:r>
          </a:p>
          <a:p>
            <a:pPr algn="l"/>
            <a:endParaRPr lang="en-US" altLang="zh-TW" b="1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5E31DBB-A3F3-1B0D-C8E9-A2A7CBDD69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C574889-A438-C6F2-CCFF-868BCFB7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77" y="1409699"/>
            <a:ext cx="4658148" cy="240963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1B964E4-DFDD-D7EE-6904-3EDDEEC55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627" y="500508"/>
            <a:ext cx="5124873" cy="340046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046E425-3A2B-08A2-210C-39D54DB91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5830" y="4066074"/>
            <a:ext cx="5286799" cy="26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5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9217E-B194-DE92-4B84-2C632F2D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A6991AA-FA9D-310E-B5D6-C8FAFF4BE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ED3361D-757E-D7FC-84BA-1E0369140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8" y="762000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 err="1"/>
              <a:t>character.h</a:t>
            </a:r>
            <a:r>
              <a:rPr lang="en-US" altLang="zh-TW" b="1" dirty="0"/>
              <a:t>:</a:t>
            </a:r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731674E-58ED-7503-3E96-8CB7D8BA47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E5FFDC8-2F0A-BD01-68DB-359E2BBBA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982" y="484238"/>
            <a:ext cx="7848035" cy="588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5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D2976-3819-4A55-6A62-6CCD4664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3870CD73-CD82-6695-3290-BC14B7B8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76F76A-572B-9E74-C8F4-AD925AA65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8" y="762000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/>
              <a:t>character.cpp:</a:t>
            </a:r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872CA577-7AED-B925-C0C3-9130DB315E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9ECC9F9-A4E6-C634-AD43-8E82B922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74" y="1750142"/>
            <a:ext cx="5446716" cy="412976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4936800-22CC-ABD0-8E9E-B05E4C3A7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8" y="1750142"/>
            <a:ext cx="5864218" cy="389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9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956CB-FA84-C535-473B-B87DDFBD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3B0E43A-7D7E-DC30-6D13-EE2CE2B2C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296C37-C379-3735-37CF-ECE5FBE96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984" y="771833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 err="1"/>
              <a:t>jobs.h</a:t>
            </a:r>
            <a:r>
              <a:rPr lang="en-US" altLang="zh-TW" b="1" dirty="0"/>
              <a:t>:</a:t>
            </a:r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C4D8A897-026D-C307-C93F-4486FD5D45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559DCCD-CECE-6111-2F94-1E7E4E8C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54" y="1326011"/>
            <a:ext cx="9803659" cy="527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7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D4188-43D0-4FDE-F441-B78F0D83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8BD4ED0-127F-7CDB-DF90-4E31F0319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3C6F1C-ABF0-87AC-875D-4A21CE57F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984" y="830826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 err="1"/>
              <a:t>ui.h</a:t>
            </a:r>
            <a:r>
              <a:rPr lang="en-US" altLang="zh-TW" b="1" dirty="0"/>
              <a:t>:</a:t>
            </a:r>
          </a:p>
          <a:p>
            <a:pPr algn="l"/>
            <a:endParaRPr lang="en-US" altLang="zh-TW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3EAF66E-E9F5-1B29-2222-2EB79FDD3D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0F50355-16B8-42ED-CDFF-62F6E31AA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185" y="1518950"/>
            <a:ext cx="8973462" cy="39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0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3202F-87C5-73C5-B2FB-93E56CA3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AEFBFA95-45DB-E17B-1EC2-0347F926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70C397-6DE0-A00C-6055-3527FC61B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8" y="762000"/>
            <a:ext cx="2264846" cy="13762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b="1" dirty="0"/>
              <a:t>main.cpp:</a:t>
            </a:r>
          </a:p>
          <a:p>
            <a:pPr algn="l"/>
            <a:endParaRPr lang="en-US" altLang="zh-TW" b="1" dirty="0"/>
          </a:p>
          <a:p>
            <a:pPr algn="l"/>
            <a:r>
              <a:rPr lang="en-US" altLang="zh-TW" dirty="0"/>
              <a:t>	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45154DC-5896-56EC-6CFC-EBF5D96A3B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3246E43-F55A-69EF-CED2-CFC9EFD87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9780"/>
            <a:ext cx="6049628" cy="420820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1D31FAE-DCB9-FCD8-969D-6345B3D08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90" y="1779780"/>
            <a:ext cx="5753978" cy="420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4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AFF86-F8CF-E718-464D-DE30FFC8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112311D-36B4-43FA-EB6B-75C290A4A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7D02BFA0-E434-374C-0DCA-142847D80E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rcRect l="25167"/>
          <a:stretch>
            <a:fillRect/>
          </a:stretch>
        </p:blipFill>
        <p:spPr>
          <a:xfrm>
            <a:off x="5421745" y="10"/>
            <a:ext cx="6770255" cy="6857990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03D2AD6F-746E-D46F-D17C-C0A7ADF6F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344" y="1237164"/>
            <a:ext cx="9518073" cy="4711054"/>
          </a:xfrm>
        </p:spPr>
        <p:txBody>
          <a:bodyPr>
            <a:normAutofit/>
          </a:bodyPr>
          <a:lstStyle/>
          <a:p>
            <a:pPr algn="l"/>
            <a:r>
              <a:rPr lang="zh-TW" altLang="en-US" b="1" dirty="0"/>
              <a:t>工作分配</a:t>
            </a:r>
            <a:r>
              <a:rPr lang="en-US" altLang="zh-TW" b="1" dirty="0"/>
              <a:t>:</a:t>
            </a:r>
          </a:p>
          <a:p>
            <a:pPr algn="l"/>
            <a:endParaRPr lang="en-US" altLang="zh-TW" dirty="0"/>
          </a:p>
          <a:p>
            <a:pPr algn="l"/>
            <a:r>
              <a:rPr lang="zh-TW" altLang="en-US" dirty="0"/>
              <a:t>林湧晉</a:t>
            </a:r>
            <a:r>
              <a:rPr lang="en-US" altLang="zh-TW" dirty="0"/>
              <a:t>:</a:t>
            </a:r>
          </a:p>
          <a:p>
            <a:pPr algn="l"/>
            <a:r>
              <a:rPr lang="zh-TW" altLang="en-US" dirty="0"/>
              <a:t>撰寫程式碼、</a:t>
            </a:r>
            <a:r>
              <a:rPr lang="en-US" altLang="zh-TW" dirty="0"/>
              <a:t>PPT</a:t>
            </a:r>
            <a:r>
              <a:rPr lang="zh-TW" altLang="en-US" dirty="0"/>
              <a:t>製作、</a:t>
            </a:r>
            <a:r>
              <a:rPr lang="en-US" altLang="zh-TW" dirty="0"/>
              <a:t>UML</a:t>
            </a:r>
            <a:r>
              <a:rPr lang="zh-TW" altLang="en-US" dirty="0"/>
              <a:t>圖製作、</a:t>
            </a:r>
            <a:r>
              <a:rPr lang="en-US" altLang="zh-TW" dirty="0"/>
              <a:t>README</a:t>
            </a:r>
            <a:r>
              <a:rPr lang="zh-TW" altLang="en-US" dirty="0"/>
              <a:t>製作、報告</a:t>
            </a:r>
            <a:endParaRPr lang="en-US" altLang="zh-TW" dirty="0"/>
          </a:p>
          <a:p>
            <a:pPr algn="l"/>
            <a:endParaRPr lang="en-US" altLang="zh-TW" dirty="0"/>
          </a:p>
          <a:p>
            <a:pPr algn="l"/>
            <a:r>
              <a:rPr lang="zh-TW" altLang="en-US" dirty="0"/>
              <a:t>秦萬榮</a:t>
            </a:r>
            <a:r>
              <a:rPr lang="en-US" altLang="zh-TW" dirty="0"/>
              <a:t>:</a:t>
            </a:r>
          </a:p>
          <a:p>
            <a:pPr algn="l"/>
            <a:r>
              <a:rPr lang="zh-TW" altLang="en-US" dirty="0"/>
              <a:t>修改程式碼並添加註解、修改專案啟動方式、</a:t>
            </a:r>
            <a:r>
              <a:rPr lang="en-US" altLang="zh-TW" dirty="0"/>
              <a:t>README</a:t>
            </a:r>
            <a:r>
              <a:rPr lang="zh-TW" altLang="en-US" dirty="0"/>
              <a:t>製作、報告</a:t>
            </a:r>
            <a:endParaRPr lang="en-US" altLang="zh-TW" dirty="0"/>
          </a:p>
          <a:p>
            <a:pPr algn="l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8477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F6BD1-058B-01A0-C61E-BB822AD0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B0CF3D6-B652-8A32-246B-F1734DB86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3DE3A25-4C59-0424-6B8D-F96B32E9B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836" y="1445768"/>
            <a:ext cx="5223164" cy="3793482"/>
          </a:xfrm>
        </p:spPr>
        <p:txBody>
          <a:bodyPr anchor="ctr">
            <a:normAutofit/>
          </a:bodyPr>
          <a:lstStyle/>
          <a:p>
            <a:pPr algn="l"/>
            <a:br>
              <a:rPr lang="en-US" altLang="zh-TW" dirty="0"/>
            </a:br>
            <a:endParaRPr lang="zh-TW" altLang="en-US" b="1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E6B9A1E6-A959-D796-0829-3EF671BC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67"/>
          <a:stretch>
            <a:fillRect/>
          </a:stretch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F4277A21-6A3A-2DC5-EBAC-F979BF4E4D9B}"/>
              </a:ext>
            </a:extLst>
          </p:cNvPr>
          <p:cNvSpPr txBox="1">
            <a:spLocks/>
          </p:cNvSpPr>
          <p:nvPr/>
        </p:nvSpPr>
        <p:spPr>
          <a:xfrm>
            <a:off x="914400" y="896204"/>
            <a:ext cx="5223164" cy="3793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6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TW" altLang="en-US" b="1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62E3DA96-156B-D2B6-64B6-27E29FBA92D3}"/>
              </a:ext>
            </a:extLst>
          </p:cNvPr>
          <p:cNvSpPr txBox="1">
            <a:spLocks/>
          </p:cNvSpPr>
          <p:nvPr/>
        </p:nvSpPr>
        <p:spPr>
          <a:xfrm>
            <a:off x="2036617" y="1532259"/>
            <a:ext cx="5223164" cy="3793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6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altLang="zh-TW" dirty="0"/>
            </a:br>
            <a:r>
              <a:rPr lang="en-US" altLang="zh-TW" dirty="0"/>
              <a:t>END</a:t>
            </a:r>
            <a:br>
              <a:rPr lang="en-US" altLang="zh-TW" b="1" dirty="0"/>
            </a:b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941863578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302</Words>
  <Application>Microsoft Office PowerPoint</Application>
  <PresentationFormat>寬螢幕</PresentationFormat>
  <Paragraphs>80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Aharoni</vt:lpstr>
      <vt:lpstr>Aptos</vt:lpstr>
      <vt:lpstr>Arial</vt:lpstr>
      <vt:lpstr>Avenir Next LT Pro</vt:lpstr>
      <vt:lpstr>PrismaticVTI</vt:lpstr>
      <vt:lpstr> 期末報告 RPG遊戲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林湧晉</dc:creator>
  <cp:lastModifiedBy>萬榮 秦</cp:lastModifiedBy>
  <cp:revision>7</cp:revision>
  <dcterms:created xsi:type="dcterms:W3CDTF">2026-04-22T16:02:05Z</dcterms:created>
  <dcterms:modified xsi:type="dcterms:W3CDTF">2026-06-10T20:54:18Z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c31359-ecb0-4331-ac49-239bee8da37f_Enabled">
    <vt:lpwstr>true</vt:lpwstr>
  </property>
  <property fmtid="{D5CDD505-2E9C-101B-9397-08002B2CF9AE}" pid="3" name="MSIP_Label_dfc31359-ecb0-4331-ac49-239bee8da37f_SetDate">
    <vt:lpwstr>2026-04-22T18:22:03Z</vt:lpwstr>
  </property>
  <property fmtid="{D5CDD505-2E9C-101B-9397-08002B2CF9AE}" pid="4" name="MSIP_Label_dfc31359-ecb0-4331-ac49-239bee8da37f_Method">
    <vt:lpwstr>Standard</vt:lpwstr>
  </property>
  <property fmtid="{D5CDD505-2E9C-101B-9397-08002B2CF9AE}" pid="5" name="MSIP_Label_dfc31359-ecb0-4331-ac49-239bee8da37f_Name">
    <vt:lpwstr>defa4170-0d19-0005-0004-bc88714345d2</vt:lpwstr>
  </property>
  <property fmtid="{D5CDD505-2E9C-101B-9397-08002B2CF9AE}" pid="6" name="MSIP_Label_dfc31359-ecb0-4331-ac49-239bee8da37f_SiteId">
    <vt:lpwstr>9e0dd6b1-99a5-4858-ba44-ed1f82d4cf6a</vt:lpwstr>
  </property>
  <property fmtid="{D5CDD505-2E9C-101B-9397-08002B2CF9AE}" pid="7" name="MSIP_Label_dfc31359-ecb0-4331-ac49-239bee8da37f_ActionId">
    <vt:lpwstr>b042cc1a-b166-424d-9087-3fbbfb4de1cd</vt:lpwstr>
  </property>
  <property fmtid="{D5CDD505-2E9C-101B-9397-08002B2CF9AE}" pid="8" name="MSIP_Label_dfc31359-ecb0-4331-ac49-239bee8da37f_ContentBits">
    <vt:lpwstr>0</vt:lpwstr>
  </property>
  <property fmtid="{D5CDD505-2E9C-101B-9397-08002B2CF9AE}" pid="9" name="MSIP_Label_dfc31359-ecb0-4331-ac49-239bee8da37f_Tag">
    <vt:lpwstr>10, 3, 0, 1</vt:lpwstr>
  </property>
</Properties>
</file>